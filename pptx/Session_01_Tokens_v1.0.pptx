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372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0216-417D-AA01-6848-0003ED354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MAGPAI </a:t>
            </a:r>
            <a:br>
              <a:rPr lang="en-US" dirty="0"/>
            </a:br>
            <a:r>
              <a:rPr lang="en-US" dirty="0"/>
              <a:t> </a:t>
            </a:r>
            <a:r>
              <a:rPr lang="en-US" sz="1100" b="0" dirty="0"/>
              <a:t>( mag practical AI , pronounced </a:t>
            </a:r>
            <a:r>
              <a:rPr lang="en-US" sz="1050" b="0" dirty="0"/>
              <a:t>(/ˈ</a:t>
            </a:r>
            <a:r>
              <a:rPr lang="en-US" sz="1050" b="0" dirty="0" err="1"/>
              <a:t>mæɡ.paɪ</a:t>
            </a:r>
            <a:r>
              <a:rPr lang="en-US" sz="1050" b="0" dirty="0"/>
              <a:t>/) </a:t>
            </a:r>
            <a:r>
              <a:rPr lang="en-US" sz="1100" b="0" dirty="0"/>
              <a:t>)</a:t>
            </a:r>
            <a:endParaRPr lang="en-US" b="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/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1F9436-B15D-60B6-5226-1A31DDDD2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5564188"/>
            <a:ext cx="5486400" cy="8048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AI Under the Covers Demo Series – v1.0</a:t>
            </a:r>
          </a:p>
          <a:p>
            <a:r>
              <a:rPr lang="en-US" dirty="0"/>
              <a:t>AI is not magic</a:t>
            </a:r>
          </a:p>
          <a:p>
            <a:r>
              <a:rPr lang="en-US" dirty="0"/>
              <a:t>Text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Tokens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Vectors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Model Input</a:t>
            </a:r>
          </a:p>
        </p:txBody>
      </p:sp>
    </p:spTree>
    <p:extLst>
      <p:ext uri="{BB962C8B-B14F-4D97-AF65-F5344CB8AC3E}">
        <p14:creationId xmlns:p14="http://schemas.microsoft.com/office/powerpoint/2010/main" val="262881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MAGPAI 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From Sentence to Tokens to Vectors -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B2F5B"/>
                </a:solidFill>
              </a:defRPr>
            </a:pPr>
            <a:r>
              <a:t>How Text Becomes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88975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Core idea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AI models do not read words directly. They process numeric patterns.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People read words. AI models process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42416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Text  →  Tokens  →  Token IDs  →  Vectors  → 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83280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Human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We see words, grammar, context, and meaning.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383280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Model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The model needs numbers before it can compute anything.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Starting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A simple business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1014984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3000">
                <a:solidFill>
                  <a:srgbClr val="172B4D"/>
                </a:solidFill>
                <a:latin typeface="Consolas"/>
              </a:defRPr>
            </a:pPr>
            <a:r>
              <a:t>"Sales are up in Chicago"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108960"/>
            <a:ext cx="10149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Teaching point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This looks simple to us, but the model cannot process this raw English sentence directly. It first has to be converted into a numeric representation.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1 -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Break the sentence into known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["sales", "are", "up", "in", "chicago"]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simplification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For Session 1, we use word-level tokens because it makes the concept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Real LLM tokenizers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Real tokenizers may use word pieces, subwords, punctuation, spaces, and special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2 - Token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Use the vocabulary lookup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21208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1800">
                <a:solidFill>
                  <a:srgbClr val="172B4D"/>
                </a:solidFill>
                <a:latin typeface="Consolas"/>
              </a:defRPr>
            </a:pPr>
            <a:r>
              <a:t>Vocabulary</a:t>
            </a:r>
            <a:br/>
            <a:br/>
            <a:r>
              <a:t>"&lt;PAD&gt;"   → 0</a:t>
            </a:r>
            <a:br/>
            <a:r>
              <a:t>"sales"   → 1</a:t>
            </a:r>
            <a:br/>
            <a:r>
              <a:t>"are"     → 2</a:t>
            </a:r>
            <a:br/>
            <a:r>
              <a:t>"up"      → 3</a:t>
            </a:r>
            <a:br/>
            <a:r>
              <a:t>"in"      → 4</a:t>
            </a:r>
            <a:br/>
            <a:r>
              <a:t>"chicago" →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493776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t>["sales", "are", "up", "in", "chicago"]</a:t>
            </a:r>
            <a:br/>
            <a:r>
              <a:t>        ↓</a:t>
            </a:r>
            <a:br/>
            <a:r>
              <a:t>[1, 2, 3, 4, 5]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Teaching point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The tokenizer does not define meaning. It maps known text pieces to integer 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Embedding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Token IDs become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424160" cy="19659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t>1 → [ 0.21, -0.44,  0.78,  0.12]</a:t>
            </a:r>
            <a:br/>
            <a:r>
              <a:t>2 → [ 0.03,  0.91, -0.14,  0.36]</a:t>
            </a:r>
            <a:br/>
            <a:r>
              <a:t>3 → [-0.62,  0.18, 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0972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Teaching point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The token ID is an index. It selects a row from the embedding matrix. The selected row is the token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How Token ID 1 Becomes a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algorithm is a row lookup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190" y="1234440"/>
            <a:ext cx="365760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t>Token ID 1</a:t>
            </a:r>
          </a:p>
        </p:txBody>
      </p:sp>
      <p:cxnSp>
        <p:nvCxnSpPr>
          <p:cNvPr id="5" name="Connector 4"/>
          <p:cNvCxnSpPr>
            <a:cxnSpLocks/>
          </p:cNvCxnSpPr>
          <p:nvPr/>
        </p:nvCxnSpPr>
        <p:spPr>
          <a:xfrm>
            <a:off x="4588510" y="1691640"/>
            <a:ext cx="67564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309870" y="1234440"/>
            <a:ext cx="274320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t>E[1]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053070" y="1691640"/>
            <a:ext cx="6858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745982" y="1234440"/>
            <a:ext cx="280289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[0.21,0.44,0.78,0.12]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104241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Important distinction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The integer 1 does not contain the meaning of “sales.” It points to a learned row in the embedding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Linear Algebra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Embedding lookup is equivalent to one-hot matrix multiplication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607040" cy="19202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[0, 1, 0, 0, 0, 0] × E</a:t>
            </a:r>
            <a:br/>
            <a:r>
              <a:t>=</a:t>
            </a:r>
            <a:br/>
            <a:r>
              <a:t>[0.21, -0.44, 0.78, 0.12]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18872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Runtime optimization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In real code, the framework usually skips the one-hot vector and directly retrieves the row. It is faster and memory-efficient.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Live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VS Code runs the demos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88720"/>
            <a:ext cx="10424160" cy="12801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t>Sentence → Tokens → Token IDs → Embedding Table → Vector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1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Terminal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2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token_streamlit_app.py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Visual 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3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embedding_lookup_linear_algebra_demo.py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Lookup vs matrix multiply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Audience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first stable mental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700">
                <a:solidFill>
                  <a:srgbClr val="172B4D"/>
                </a:solidFill>
                <a:latin typeface="Consolas"/>
              </a:defRPr>
            </a:pPr>
            <a:r>
              <a:t>A model never sees “sales” as a word.</a:t>
            </a:r>
            <a:br/>
            <a:r>
              <a:t>It sees a numeric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10424160" cy="16002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Text becomes tokens.</a:t>
            </a:r>
            <a:br>
              <a:rPr dirty="0"/>
            </a:br>
            <a:r>
              <a:rPr dirty="0"/>
              <a:t>Tokens become IDs.</a:t>
            </a:r>
            <a:br>
              <a:rPr dirty="0"/>
            </a:br>
            <a:r>
              <a:rPr dirty="0"/>
              <a:t>IDs become vectors.</a:t>
            </a:r>
            <a:br>
              <a:rPr dirty="0"/>
            </a:br>
            <a:r>
              <a:rPr dirty="0"/>
              <a:t>Vectors become </a:t>
            </a:r>
            <a:r>
              <a:rPr lang="en-US" dirty="0"/>
              <a:t>input to the NN </a:t>
            </a:r>
            <a:r>
              <a:rPr dirty="0"/>
              <a:t>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MAGPAI Session 1 - Tokens - v1.0 | javaboy-vk | 2026-05-22 | Slide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743</Words>
  <Application>Microsoft Office PowerPoint</Application>
  <PresentationFormat>Widescreen</PresentationFormat>
  <Paragraphs>77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Wingdings</vt:lpstr>
      <vt:lpstr>Office Theme</vt:lpstr>
      <vt:lpstr>MAGPAI   ( mag practical AI , pronounced (/ˈmæɡ.paɪ/) 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Vasilis Katsoulis</cp:lastModifiedBy>
  <cp:revision>3</cp:revision>
  <dcterms:created xsi:type="dcterms:W3CDTF">2013-01-27T09:14:16Z</dcterms:created>
  <dcterms:modified xsi:type="dcterms:W3CDTF">2026-05-23T21:41:44Z</dcterms:modified>
  <cp:category/>
</cp:coreProperties>
</file>