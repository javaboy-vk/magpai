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73" r:id="rId3"/>
    <p:sldId id="274" r:id="rId4"/>
    <p:sldId id="256" r:id="rId5"/>
    <p:sldId id="257" r:id="rId6"/>
    <p:sldId id="258" r:id="rId7"/>
    <p:sldId id="259" r:id="rId8"/>
    <p:sldId id="267" r:id="rId9"/>
    <p:sldId id="260" r:id="rId10"/>
    <p:sldId id="268" r:id="rId11"/>
    <p:sldId id="261" r:id="rId12"/>
    <p:sldId id="269" r:id="rId13"/>
    <p:sldId id="262" r:id="rId14"/>
    <p:sldId id="263" r:id="rId15"/>
    <p:sldId id="270" r:id="rId16"/>
    <p:sldId id="271" r:id="rId17"/>
    <p:sldId id="272" r:id="rId18"/>
    <p:sldId id="264" r:id="rId19"/>
    <p:sldId id="26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372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1" y="5564188"/>
            <a:ext cx="5486400" cy="10720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AI Under the Hood</a:t>
            </a:r>
          </a:p>
          <a:p>
            <a:r>
              <a:rPr lang="en-US" dirty="0"/>
              <a:t>Text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Tokens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Vectors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Model Input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1158844" y="274320"/>
            <a:ext cx="10933567" cy="619960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rcRect/>
          <a:stretch/>
        </p:blipFill>
        <p:spPr>
          <a:xfrm>
            <a:off x="1204110" y="316871"/>
            <a:ext cx="10782677" cy="6083929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4" name="MAGPAI Session 1 Start Badge">
            <a:extLst>
              <a:ext uri="{FF2B5EF4-FFF2-40B4-BE49-F238E27FC236}">
                <a16:creationId xmlns:a16="http://schemas.microsoft.com/office/drawing/2014/main" id="{73AA6902-7D46-F48F-D8C4-EB89E4E0A335}"/>
              </a:ext>
            </a:extLst>
          </p:cNvPr>
          <p:cNvSpPr txBox="1"/>
          <p:nvPr/>
        </p:nvSpPr>
        <p:spPr>
          <a:xfrm>
            <a:off x="15391" y="244558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5" name="MAGPAI Session 1 Start Arrow">
            <a:extLst>
              <a:ext uri="{FF2B5EF4-FFF2-40B4-BE49-F238E27FC236}">
                <a16:creationId xmlns:a16="http://schemas.microsoft.com/office/drawing/2014/main" id="{D6613EED-CF3E-7623-A36B-7277C0E96ABD}"/>
              </a:ext>
            </a:extLst>
          </p:cNvPr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89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5928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CEB0B-E878-A3E2-5B4E-510F733B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139101"/>
            <a:ext cx="4711876" cy="17619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5323B-2384-715E-3E27-8FFF6BD7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4" y="4015827"/>
            <a:ext cx="3666948" cy="2686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rPr dirty="0"/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rPr dirty="0"/>
              <a:t>For </a:t>
            </a:r>
            <a:r>
              <a:rPr lang="en-US" dirty="0"/>
              <a:t>this s</a:t>
            </a:r>
            <a:r>
              <a:rPr dirty="0"/>
              <a:t>ession, we use word-level tokens </a:t>
            </a:r>
            <a:r>
              <a:rPr lang="en-US" dirty="0"/>
              <a:t>to </a:t>
            </a:r>
            <a:r>
              <a:rPr dirty="0"/>
              <a:t>make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7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During inference, we do not calculate these numbers from spelling. 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9659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The values are learned, then selected by ID.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integer </a:t>
            </a:r>
            <a:r>
              <a:rPr lang="en-US" dirty="0"/>
              <a:t>3</a:t>
            </a:r>
            <a:r>
              <a:rPr dirty="0"/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0, 0, 1, 0, 0, 0, 0] x E</a:t>
            </a:r>
            <a:br/>
            <a:r>
              <a:t>=</a:t>
            </a:r>
            <a:br/>
            <a:r>
              <a:t>[-0.62, 0.18,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9966960" y="2103120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NN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9144000" y="310896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5943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81" name="Bridge"/>
          <p:cNvSpPr/>
          <p:nvPr/>
        </p:nvSpPr>
        <p:spPr>
          <a:xfrm>
            <a:off x="7437120" y="5212080"/>
            <a:ext cx="3657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/>
            </a:pPr>
            <a:r>
              <a:rPr sz="1500" b="1" dirty="0">
                <a:solidFill>
                  <a:srgbClr val="172B4D"/>
                </a:solidFill>
                <a:latin typeface="Aptos"/>
              </a:rPr>
              <a:t>Next session: how layers transform this tensor.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GPAI From Question to Insight"/>
          <p:cNvPicPr/>
          <p:nvPr/>
        </p:nvPicPr>
        <p:blipFill>
          <a:blip r:embed="rId2"/>
          <a:stretch>
            <a:fillRect/>
          </a:stretch>
        </p:blipFill>
        <p:spPr>
          <a:xfrm>
            <a:off x="1466850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481" y="1188720"/>
            <a:ext cx="1188720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Sentence ? Tokens ? Token IDs ? Embedding Table ? Input</a:t>
            </a:r>
            <a:r>
              <a:rPr lang="en-US" dirty="0"/>
              <a:t> </a:t>
            </a:r>
            <a:r>
              <a:rPr dirty="0"/>
              <a:t>Tensor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an </a:t>
            </a:r>
            <a:r>
              <a:rPr lang="en-US" dirty="0"/>
              <a:t>input tensor for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1370</Words>
  <Application>Microsoft Office PowerPoint</Application>
  <PresentationFormat>Widescreen</PresentationFormat>
  <Paragraphs>198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Consolas</vt:lpstr>
      <vt:lpstr>Wingdings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11</cp:revision>
  <dcterms:created xsi:type="dcterms:W3CDTF">2013-01-27T09:14:16Z</dcterms:created>
  <dcterms:modified xsi:type="dcterms:W3CDTF">2026-05-25T22:41:33Z</dcterms:modified>
  <cp:category/>
</cp:coreProperties>
</file>