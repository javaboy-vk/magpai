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MAGPAI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6751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AI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42416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Text  →  Tokens  →  Token IDs  →  Vectors  → 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model needs numbers before it can compute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t>"Sales are up in Chicago"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Teaching point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["sales", "are", "up", "in", "chicago"]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For Session 1, we use word-level tokens because it makes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1800">
                <a:solidFill>
                  <a:srgbClr val="172B4D"/>
                </a:solidFill>
                <a:latin typeface="Consolas"/>
              </a:defRPr>
            </a:pPr>
            <a:r>
              <a:t>Vocabulary</a:t>
            </a:r>
            <a:br/>
            <a:br/>
            <a:r>
              <a:t>"&lt;PAD&gt;"   → 0</a:t>
            </a:r>
            <a:br/>
            <a:r>
              <a:t>"sales"   → 1</a:t>
            </a:r>
            <a:br/>
            <a:r>
              <a:t>"are"     → 2</a:t>
            </a:r>
            <a:br/>
            <a:r>
              <a:t>"up"      → 3</a:t>
            </a:r>
            <a:br/>
            <a:r>
              <a:t>"in"      → 4</a:t>
            </a:r>
            <a:br/>
            <a:r>
              <a:t>"chicago" →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t>["sales", "are", "up", "in", "chicago"]</a:t>
            </a:r>
            <a:br/>
            <a:r>
              <a:t>        ↓</a:t>
            </a:r>
            <a:br/>
            <a:r>
              <a:t>[1, 2, 3, 4, 5]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Teaching point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9659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t>1 → [ 0.21, -0.44,  0.78,  0.12]</a:t>
            </a:r>
            <a:br/>
            <a:r>
              <a:t>2 → [ 0.03,  0.91, -0.14,  0.36]</a:t>
            </a:r>
            <a:br/>
            <a:r>
              <a:t>3 →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Teaching point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How Token ID 1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234440"/>
            <a:ext cx="365760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t>Token ID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709160" y="1691640"/>
            <a:ext cx="9144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715000" y="1234440"/>
            <a:ext cx="274320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t>E[1]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549640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281160" y="1234440"/>
            <a:ext cx="210312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t>[0.21,</a:t>
            </a:r>
            <a:br/>
            <a:r>
              <a:t>-0.44,</a:t>
            </a:r>
            <a:br/>
            <a:r>
              <a:t>0.78,</a:t>
            </a:r>
            <a:br/>
            <a:r>
              <a:t>0.12]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integer 1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1, 0, 0, 0, 0] × E</a:t>
            </a:r>
            <a:br/>
            <a:r>
              <a:t>=</a:t>
            </a:r>
            <a:br/>
            <a:r>
              <a:t>[0.21, -0.44, 0.78, 0.12]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42416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t>Sentence → Tokens → Token IDs → Embedding Table → Vector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t>Text becomes tokens.</a:t>
            </a:r>
            <a:br/>
            <a:r>
              <a:t>Tokens become IDs.</a:t>
            </a:r>
            <a:br/>
            <a:r>
              <a:t>IDs become vectors.</a:t>
            </a:r>
            <a:br/>
            <a:r>
              <a:t>Vectors become model input.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