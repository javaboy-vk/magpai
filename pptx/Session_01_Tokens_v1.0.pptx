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73" r:id="rId4"/>
    <p:sldId id="257" r:id="rId5"/>
    <p:sldId id="258" r:id="rId6"/>
    <p:sldId id="259" r:id="rId7"/>
    <p:sldId id="267" r:id="rId8"/>
    <p:sldId id="260" r:id="rId9"/>
    <p:sldId id="268" r:id="rId10"/>
    <p:sldId id="261" r:id="rId11"/>
    <p:sldId id="269" r:id="rId12"/>
    <p:sldId id="262" r:id="rId13"/>
    <p:sldId id="263" r:id="rId14"/>
    <p:sldId id="270" r:id="rId15"/>
    <p:sldId id="271" r:id="rId16"/>
    <p:sldId id="272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3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2263555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1258432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358021" y="2690052"/>
            <a:ext cx="1905941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5224" y="18288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For Session 1, we use word-level tokens because it makes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7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During inference, we do not calculate these numbers from spelling. 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9659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The values are learned, then selected by ID.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integer </a:t>
            </a:r>
            <a:r>
              <a:rPr lang="en-US" dirty="0"/>
              <a:t>3</a:t>
            </a:r>
            <a:r>
              <a:rPr dirty="0"/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1360</Words>
  <Application>Microsoft Office PowerPoint</Application>
  <PresentationFormat>Widescreen</PresentationFormat>
  <Paragraphs>195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9</cp:revision>
  <dcterms:created xsi:type="dcterms:W3CDTF">2013-01-27T09:14:16Z</dcterms:created>
  <dcterms:modified xsi:type="dcterms:W3CDTF">2026-05-25T01:34:41Z</dcterms:modified>
  <cp:category/>
</cp:coreProperties>
</file>